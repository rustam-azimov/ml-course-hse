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ml-course-hse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вершит судьбу человечества в этом мире?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Можем ли мы предсказать результаты процессов в реальном мире?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36" y="2048256"/>
            <a:ext cx="4220224" cy="4215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Учесть всё невозможно — процесс заменяем моделью, которую умеем вычислить. А раз это упрощение, модель ошибается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видит только измеренное: доход, историю платежей, срок кредита. Здоровье, работа, семья и случай остаются за скобками — отсюда и ошибки.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