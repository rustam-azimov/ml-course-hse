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ml-course-hse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 «Берсерке» тот же вопрос: судьбу вершит человек — или всё предопределено?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389" y="2048256"/>
            <a:ext cx="4184917" cy="3479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Гатс дерётся с предопределённостью, Гриффит принимает её как закон причинности. Модель стоит посередине: будущее выводится из прошлого, но не полностью — поэтому ответ всегда вероятность.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